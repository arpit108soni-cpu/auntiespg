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Auntie's PG Website Pitch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Professional Web Solution for Paying Guest Accommodation Management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Auntie's PG is a comprehensive web application designed to showcase and manage a paying guest accommodation facility.</a:t>
            </a:r>
          </a:p>
          <a:p>
            <a:pPr lvl="1"/>
            <a:r>
              <a:t>Built using Flask framework with SQLite database for data storage.</a:t>
            </a:r>
          </a:p>
          <a:p>
            <a:pPr lvl="1"/>
            <a:r>
              <a:t>Features public-facing pages for visitors and a secure admin panel for management.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Public Pages:</a:t>
            </a:r>
          </a:p>
          <a:p>
            <a:pPr lvl="1"/>
            <a:r>
              <a:t>Home: Welcome page with facility overview.</a:t>
            </a:r>
          </a:p>
          <a:p>
            <a:pPr lvl="1"/>
            <a:r>
              <a:t>Gallery: Photo gallery of rooms and facilities, categorized by type.</a:t>
            </a:r>
          </a:p>
          <a:p>
            <a:pPr lvl="1"/>
            <a:r>
              <a:t>Residents: Showcase current residents with photos and details.</a:t>
            </a:r>
          </a:p>
          <a:p>
            <a:pPr lvl="1"/>
            <a:r>
              <a:t>Contact: Form for inquiries, stored securely in database.</a:t>
            </a:r>
          </a:p>
          <a:p>
            <a:pPr lvl="2"/>
            <a:r>
              <a:t>Admin Panel: Secure login for management.</a:t>
            </a:r>
          </a:p>
          <a:p>
            <a:pPr lvl="2"/>
            <a:r>
              <a:t>Dashboard: View and manage residents, gallery images, and contact inquiries.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Backend: Flask (Python web framework)</a:t>
            </a:r>
          </a:p>
          <a:p>
            <a:pPr lvl="1"/>
            <a:r>
              <a:t>Database: SQLite for lightweight, file-based storage.</a:t>
            </a:r>
          </a:p>
          <a:p>
            <a:pPr lvl="1"/>
            <a:r>
              <a:t>Frontend: HTML, CSS, JavaScript with Jinja2 templating.</a:t>
            </a:r>
          </a:p>
          <a:p>
            <a:pPr lvl="1"/>
            <a:r>
              <a:t>Security: CSRF protection, secure file uploads, admin authentication.</a:t>
            </a:r>
          </a:p>
          <a:p>
            <a:pPr lvl="1"/>
            <a:r>
              <a:t>Deployment: Ready for Heroku or similar with Procfile and gunicorn.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User-Friendly: Intuitive interface for visitors and admins.</a:t>
            </a:r>
          </a:p>
          <a:p>
            <a:pPr lvl="1"/>
            <a:r>
              <a:t>Secure: Implements best practices for web security.</a:t>
            </a:r>
          </a:p>
          <a:p>
            <a:pPr lvl="1"/>
            <a:r>
              <a:t>Scalable: Easy to add new features or expand.</a:t>
            </a:r>
          </a:p>
          <a:p>
            <a:pPr lvl="1"/>
            <a:r>
              <a:t>Cost-Effective: Built with open-source tools, low maintenance.</a:t>
            </a:r>
          </a:p>
          <a:p>
            <a:pPr lvl="1"/>
            <a:r>
              <a:t>Professional: Clean design suitable for business presentation.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Demo: Live demonstration of the application.</a:t>
            </a:r>
          </a:p>
          <a:p>
            <a:pPr lvl="1"/>
            <a:r>
              <a:t>Customization: Tailor design and features to client needs.</a:t>
            </a:r>
          </a:p>
          <a:p>
            <a:pPr lvl="1"/>
            <a:r>
              <a:t>Deployment: Set up on hosting platform.</a:t>
            </a:r>
          </a:p>
          <a:p>
            <a:pPr lvl="1"/>
            <a:r>
              <a:t>Training: Guide on using the admin panel.</a:t>
            </a:r>
          </a:p>
          <a:p>
            <a:pPr lvl="1"/>
            <a:r>
              <a:t>Support: Ongoing maintenance and updates.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